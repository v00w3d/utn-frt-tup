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cbc5ba46a_1_0:notes"/>
          <p:cNvSpPr/>
          <p:nvPr>
            <p:ph idx="2" type="sldImg"/>
          </p:nvPr>
        </p:nvSpPr>
        <p:spPr>
          <a:xfrm>
            <a:off x="1143283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cbc5ba46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bc5ba46a_1_11:notes"/>
          <p:cNvSpPr/>
          <p:nvPr>
            <p:ph idx="2" type="sldImg"/>
          </p:nvPr>
        </p:nvSpPr>
        <p:spPr>
          <a:xfrm>
            <a:off x="1143283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bc5ba46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cbc5ba46a_2_0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cbc5ba46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bc5ba46a_2_6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cbc5ba46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bc5ba46a_2_12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bc5ba46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cbc5ba46a_2_18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cbc5ba46a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cbc5ba46a_2_24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cbc5ba46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cbc5ba46a_2_45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cbc5ba46a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cbc5ba46a_2_58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cbc5ba46a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cbc5ba46a_2_61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cbc5ba46a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cbc5ba46a_2_64:notes"/>
          <p:cNvSpPr/>
          <p:nvPr>
            <p:ph idx="2" type="sldImg"/>
          </p:nvPr>
        </p:nvSpPr>
        <p:spPr>
          <a:xfrm>
            <a:off x="114329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cbc5ba46a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lvl="0" algn="ctr">
              <a:spcBef>
                <a:spcPts val="128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1pPr>
            <a:lvl2pPr lvl="1" algn="ctr">
              <a:spcBef>
                <a:spcPts val="112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2pPr>
            <a:lvl3pPr lvl="2" algn="ctr">
              <a:spcBef>
                <a:spcPts val="96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 sz="4800"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64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56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8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40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40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  <a:defRPr b="1" sz="8000" cap="none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584200" lvl="0" marL="457200" algn="l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1pPr>
            <a:lvl2pPr indent="-533400" lvl="1" marL="9144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–"/>
              <a:defRPr sz="4800"/>
            </a:lvl2pPr>
            <a:lvl3pPr indent="-482600" lvl="2" marL="1371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584200" lvl="0" marL="457200" algn="l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1pPr>
            <a:lvl2pPr indent="-533400" lvl="1" marL="9144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–"/>
              <a:defRPr sz="4800"/>
            </a:lvl2pPr>
            <a:lvl3pPr indent="-482600" lvl="2" marL="1371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4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5334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82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22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indent="-2286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2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533400" lvl="0" marL="4572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82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2000" cy="5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635000" lvl="0" marL="45720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–"/>
              <a:defRPr sz="5600"/>
            </a:lvl2pPr>
            <a:lvl3pPr indent="-5334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4pPr>
            <a:lvl5pPr indent="-482600" lvl="4" marL="22860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»"/>
              <a:defRPr sz="4000"/>
            </a:lvl5pPr>
            <a:lvl6pPr indent="-482600" lvl="5" marL="2743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182850" spcFirstLastPara="1" rIns="182850" wrap="square" tIns="914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64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56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8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40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40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6400"/>
            </a:lvl1pPr>
            <a:lvl2pPr indent="-457200" lvl="1" marL="914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5600"/>
            </a:lvl2pPr>
            <a:lvl3pPr indent="-457200" lvl="2" marL="1371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800"/>
            </a:lvl3pPr>
            <a:lvl4pPr indent="-457200" lvl="3" marL="1828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4000"/>
            </a:lvl4pPr>
            <a:lvl5pPr indent="-457200" lvl="4" marL="22860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4000"/>
            </a:lvl5pPr>
            <a:lvl6pPr indent="-457200" lvl="5" marL="2743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6pPr>
            <a:lvl7pPr indent="-457200" lvl="6" marL="32004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7pPr>
            <a:lvl8pPr indent="-457200" lvl="7" marL="3657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8pPr>
            <a:lvl9pPr indent="-457200" lvl="8" marL="41148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4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/>
            </a:lvl1pPr>
            <a:lvl2pPr indent="0" lvl="1" marL="0" algn="r">
              <a:spcBef>
                <a:spcPts val="0"/>
              </a:spcBef>
              <a:buNone/>
              <a:defRPr sz="2400"/>
            </a:lvl2pPr>
            <a:lvl3pPr indent="0" lvl="2" marL="0" algn="r">
              <a:spcBef>
                <a:spcPts val="0"/>
              </a:spcBef>
              <a:buNone/>
              <a:defRPr sz="2400"/>
            </a:lvl3pPr>
            <a:lvl4pPr indent="0" lvl="3" marL="0" algn="r">
              <a:spcBef>
                <a:spcPts val="0"/>
              </a:spcBef>
              <a:buNone/>
              <a:defRPr sz="2400"/>
            </a:lvl4pPr>
            <a:lvl5pPr indent="0" lvl="4" marL="0" algn="r">
              <a:spcBef>
                <a:spcPts val="0"/>
              </a:spcBef>
              <a:buNone/>
              <a:defRPr sz="2400"/>
            </a:lvl5pPr>
            <a:lvl6pPr indent="0" lvl="5" marL="0" algn="r">
              <a:spcBef>
                <a:spcPts val="0"/>
              </a:spcBef>
              <a:buNone/>
              <a:defRPr sz="2400"/>
            </a:lvl6pPr>
            <a:lvl7pPr indent="0" lvl="6" marL="0" algn="r">
              <a:spcBef>
                <a:spcPts val="0"/>
              </a:spcBef>
              <a:buNone/>
              <a:defRPr sz="2400"/>
            </a:lvl7pPr>
            <a:lvl8pPr indent="0" lvl="7" marL="0" algn="r">
              <a:spcBef>
                <a:spcPts val="0"/>
              </a:spcBef>
              <a:buNone/>
              <a:defRPr sz="2400"/>
            </a:lvl8pPr>
            <a:lvl9pPr indent="0" lvl="8" marL="0" algn="r">
              <a:spcBef>
                <a:spcPts val="0"/>
              </a:spcBef>
              <a:buNone/>
              <a:defRPr sz="2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rmAutofit/>
          </a:bodyPr>
          <a:lstStyle>
            <a:lvl1pPr indent="-635000" lvl="0" marL="457200" marR="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marR="0" rtl="0" algn="l"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–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33400" lvl="2" marL="13716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8260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–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8260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»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8260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8260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8260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8260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